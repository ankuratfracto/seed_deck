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692384" cy="75559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Fracto for Road Transportation Operations</dc:title>
  <dc:subject>PowerPoint copy generated from road-transport-sales-deck.pdf</dc:subject>
  <dc:creator>Fracto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