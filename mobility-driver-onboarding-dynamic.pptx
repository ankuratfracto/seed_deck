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 snapToObjects="1">
      <p:cViewPr>
        <p:scale>
          <a:sx n="128" d="100"/>
          <a:sy n="128" d="100"/>
        </p:scale>
        <p:origin x="672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Mobility Onboarding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32688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96696"/>
            <a:ext cx="343814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AI INFRASTRUCTURE FOR MOBILITY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544068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500" b="1" dirty="0">
                <a:solidFill>
                  <a:srgbClr val="14213D"/>
                </a:solidFill>
                <a:latin typeface="Space Grotesk"/>
              </a:rPr>
              <a:t>Automate {{</a:t>
            </a:r>
            <a:r>
              <a:rPr sz="2500" b="1" dirty="0" err="1">
                <a:solidFill>
                  <a:srgbClr val="14213D"/>
                </a:solidFill>
                <a:latin typeface="Space Grotesk"/>
              </a:rPr>
              <a:t>primary_workflow</a:t>
            </a:r>
            <a:r>
              <a:rPr sz="2500" b="1" dirty="0">
                <a:solidFill>
                  <a:srgbClr val="14213D"/>
                </a:solidFill>
                <a:latin typeface="Space Grotesk"/>
              </a:rPr>
              <a:t>}} for {{</a:t>
            </a:r>
            <a:r>
              <a:rPr sz="2500" b="1" dirty="0" err="1">
                <a:solidFill>
                  <a:srgbClr val="14213D"/>
                </a:solidFill>
                <a:latin typeface="Space Grotesk"/>
              </a:rPr>
              <a:t>lead_company_name</a:t>
            </a:r>
            <a:r>
              <a:rPr sz="2500" b="1" dirty="0">
                <a:solidFill>
                  <a:srgbClr val="14213D"/>
                </a:solidFill>
                <a:latin typeface="Space Grotesk"/>
              </a:rPr>
              <a:t>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2868"/>
            <a:ext cx="5440680" cy="95554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140" b="0" dirty="0">
                <a:solidFill>
                  <a:srgbClr val="324463"/>
                </a:solidFill>
                <a:latin typeface="IBM Plex Sans"/>
              </a:rPr>
              <a:t>Prepared for {{</a:t>
            </a:r>
            <a:r>
              <a:rPr sz="1140" b="0" dirty="0" err="1">
                <a:solidFill>
                  <a:srgbClr val="324463"/>
                </a:solidFill>
                <a:latin typeface="IBM Plex Sans"/>
              </a:rPr>
              <a:t>prospect_name</a:t>
            </a:r>
            <a:r>
              <a:rPr sz="1140" b="0" dirty="0">
                <a:solidFill>
                  <a:srgbClr val="324463"/>
                </a:solidFill>
                <a:latin typeface="IBM Plex Sans"/>
              </a:rPr>
              <a:t>}} and the {{</a:t>
            </a:r>
            <a:r>
              <a:rPr sz="114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140" b="0" dirty="0">
                <a:solidFill>
                  <a:srgbClr val="324463"/>
                </a:solidFill>
                <a:latin typeface="IBM Plex Sans"/>
              </a:rPr>
              <a:t>}} team. Fracto can parse Aadhaar, PAN, DL, and RC uploads, mask sensitive identity data, and validate vehicle records through </a:t>
            </a:r>
            <a:r>
              <a:rPr sz="1140" b="0" dirty="0" err="1">
                <a:solidFill>
                  <a:srgbClr val="324463"/>
                </a:solidFill>
                <a:latin typeface="IBM Plex Sans"/>
              </a:rPr>
              <a:t>Parivahan</a:t>
            </a:r>
            <a:r>
              <a:rPr sz="1140" b="0" dirty="0">
                <a:solidFill>
                  <a:srgbClr val="324463"/>
                </a:solidFill>
                <a:latin typeface="IBM Plex Sans"/>
              </a:rPr>
              <a:t>-powered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47872"/>
            <a:ext cx="4983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721608"/>
            <a:ext cx="4526280" cy="7498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Aadhaar parsing with masking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PAN, Driving License, and RC extraction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Parivahan validation responses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APIs for apps, ops desks, and reviewer queues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892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4960620"/>
            <a:ext cx="15544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DL/RC Extract/Verify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41448" y="4892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68" y="4960620"/>
            <a:ext cx="11430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 err="1">
                <a:solidFill>
                  <a:srgbClr val="324463"/>
                </a:solidFill>
                <a:latin typeface="IBM Plex Sans"/>
              </a:rPr>
              <a:t>Parivahan</a:t>
            </a:r>
            <a:r>
              <a:rPr lang="en-US" sz="850" b="1" dirty="0">
                <a:solidFill>
                  <a:srgbClr val="324463"/>
                </a:solidFill>
                <a:latin typeface="IBM Plex Sans"/>
              </a:rPr>
              <a:t> APIs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22191" y="4892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67911" y="4960620"/>
            <a:ext cx="868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GST APIs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528523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173" y="5362161"/>
            <a:ext cx="11430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Aadhaar + 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0552" y="52852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76272" y="5362161"/>
            <a:ext cx="14630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Aadhaar Masking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932688"/>
            <a:ext cx="3611880" cy="431596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1152144"/>
            <a:ext cx="297180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IBM Plex Sans"/>
              </a:rPr>
              <a:t>What this changes for {{lead_company_name}}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Masked KYC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212258"/>
            <a:ext cx="1143000" cy="732110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790" b="0" dirty="0">
                <a:solidFill>
                  <a:srgbClr val="324463"/>
                </a:solidFill>
                <a:latin typeface="IBM Plex Sans"/>
              </a:rPr>
              <a:t>Aadhaar data is extracted while sensitive digits remain protected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API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212258"/>
            <a:ext cx="1143000" cy="732110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790" b="0" dirty="0">
                <a:solidFill>
                  <a:srgbClr val="324463"/>
                </a:solidFill>
                <a:latin typeface="IBM Plex Sans"/>
              </a:rPr>
              <a:t>DL and RC records can return Parivahan-backed status signals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7688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4848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Ops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547872"/>
            <a:ext cx="1143000" cy="74980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790" b="0" dirty="0">
                <a:solidFill>
                  <a:srgbClr val="324463"/>
                </a:solidFill>
                <a:latin typeface="IBM Plex Sans"/>
              </a:rPr>
              <a:t>JSON payloads, confidence flags, and review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Faster activation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21608"/>
            <a:ext cx="1143000" cy="576072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790" b="0" dirty="0">
                <a:solidFill>
                  <a:srgbClr val="324463"/>
                </a:solidFill>
                <a:latin typeface="IBM Plex Sans"/>
              </a:rPr>
              <a:t>Clean drivers and vehicles move to approval faster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413248"/>
            <a:ext cx="3566160" cy="1024128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5559552"/>
            <a:ext cx="323697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5879592"/>
            <a:ext cx="3236976" cy="448056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120" b="0" dirty="0">
                <a:solidFill>
                  <a:srgbClr val="FFFFFF"/>
                </a:solidFill>
                <a:latin typeface="IBM Plex Sans"/>
              </a:rPr>
              <a:t>Replace manual onboarding review with one verification layer for {{</a:t>
            </a:r>
            <a:r>
              <a:rPr sz="1120" b="0" dirty="0" err="1">
                <a:solidFill>
                  <a:srgbClr val="FFFFFF"/>
                </a:solidFill>
                <a:latin typeface="IBM Plex Sans"/>
              </a:rPr>
              <a:t>lead_company_name</a:t>
            </a:r>
            <a:r>
              <a:rPr sz="1120" b="0" dirty="0">
                <a:solidFill>
                  <a:srgbClr val="FFFFFF"/>
                </a:solidFill>
                <a:latin typeface="IBM Plex Sans"/>
              </a:rPr>
              <a:t>}}.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Reference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655063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MOBILITY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303520" cy="9509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Space Grotesk"/>
              </a:rPr>
              <a:t>Fracto supports document-heavy mobility and fleet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166360" cy="676656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50" b="0" dirty="0">
                <a:solidFill>
                  <a:srgbClr val="324463"/>
                </a:solidFill>
                <a:latin typeface="IBM Plex Sans"/>
              </a:rPr>
              <a:t>For {{</a:t>
            </a:r>
            <a:r>
              <a:rPr sz="105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050" b="0" dirty="0">
                <a:solidFill>
                  <a:srgbClr val="324463"/>
                </a:solidFill>
                <a:latin typeface="IBM Plex Sans"/>
              </a:rPr>
              <a:t>}}, the same layer can support driver onboarding, vehicle checks, KYC masking, and recurring compliance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55264"/>
            <a:ext cx="495604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lang="en-US" sz="1340" b="1" dirty="0">
                <a:solidFill>
                  <a:srgbClr val="14213D"/>
                </a:solidFill>
                <a:latin typeface="IBM Plex Sans"/>
              </a:rPr>
              <a:t>Serving 50+ enterprises in</a:t>
            </a:r>
            <a:r>
              <a:rPr sz="1340" b="1" dirty="0">
                <a:solidFill>
                  <a:srgbClr val="14213D"/>
                </a:solidFill>
                <a:latin typeface="IBM Plex Sans"/>
              </a:rPr>
              <a:t> mobility and fleet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out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3833979"/>
            <a:ext cx="1152144" cy="2690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96312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oamiles-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900" y="3767327"/>
            <a:ext cx="380422" cy="4023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23944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lt-mo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313" y="3767327"/>
            <a:ext cx="850861" cy="4023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whistledr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4656670"/>
            <a:ext cx="1152144" cy="26957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496312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turn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4687610"/>
            <a:ext cx="1152144" cy="207691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23944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gozo-ca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672" y="4598193"/>
            <a:ext cx="1152144" cy="38652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63640" y="1389888"/>
            <a:ext cx="36118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609344"/>
            <a:ext cx="3127248" cy="6217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20" b="1">
                <a:solidFill>
                  <a:srgbClr val="14213D"/>
                </a:solidFill>
                <a:latin typeface="IBM Plex Sans"/>
              </a:rPr>
              <a:t>Why this matters for {{lead_company_name}}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59152"/>
            <a:ext cx="3063240" cy="78638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High onboarding document volume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Sensitive KYC data needs masking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Driver and vehicle records need validation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Faster activation improves supply availability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30752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950208"/>
            <a:ext cx="312724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80" b="1">
                <a:solidFill>
                  <a:srgbClr val="14213D"/>
                </a:solidFill>
                <a:latin typeface="IBM Plex Sans"/>
              </a:rPr>
              <a:t>What your team can expect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6"/>
            <a:ext cx="3063240" cy="859536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Cleaner driver and vehicle records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Lower manual review effort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One API layer for onboarding files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Audit-ready outputs for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Why Mobility Ops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9293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486400" cy="89611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50" b="1">
                <a:solidFill>
                  <a:srgbClr val="14213D"/>
                </a:solidFill>
                <a:latin typeface="Space Grotesk"/>
              </a:rPr>
              <a:t>Driver and vehicle onboarding is still document-heavy, slow, and error-prone.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394960" cy="74980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90" b="0" dirty="0">
                <a:solidFill>
                  <a:srgbClr val="324463"/>
                </a:solidFill>
                <a:latin typeface="IBM Plex Sans"/>
              </a:rPr>
              <a:t>For {{</a:t>
            </a:r>
            <a:r>
              <a:rPr sz="109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090" b="0" dirty="0">
                <a:solidFill>
                  <a:srgbClr val="324463"/>
                </a:solidFill>
                <a:latin typeface="IBM Plex Sans"/>
              </a:rPr>
              <a:t>}}, {{pain_point_1}} can slow down {{</a:t>
            </a:r>
            <a:r>
              <a:rPr sz="1090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90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Identity capture fails in the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Blurred Aadhaar uploads slow approvals and compliance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10712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Vehicle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DL and RC data is retyped manually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Manual keying creates errors in onboarding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Validation happens too 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Parivahan checks often sit outside the core onboarding 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10712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Reviewer queues pile up fast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Launches and hiring pushes create instant backlogs.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389888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1627632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Typical failure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048256"/>
            <a:ext cx="306324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Mixed-quality Aadhaar, PAN, DL, and RC uploads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Raw OCR without normalization or validation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Manual cleanup across multiple tabs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Slow approvals and lower driver conversion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49039"/>
            <a:ext cx="3611880" cy="193852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3977639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What operators need instead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One layer for extraction, masking, and validation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Parivahan-backed DL and RC checks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Review only low-confidence cases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Audit-ready outputs for compliance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Visual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243230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DOCUMENTS + API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8001000" cy="5669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80" b="1">
                <a:solidFill>
                  <a:srgbClr val="14213D"/>
                </a:solidFill>
                <a:latin typeface="Space Grotesk"/>
              </a:rPr>
              <a:t>Visual proof: KYC images, extracted data, and Parivahan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91640"/>
            <a:ext cx="7818120" cy="56692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980" b="0" dirty="0">
                <a:solidFill>
                  <a:srgbClr val="324463"/>
                </a:solidFill>
                <a:latin typeface="IBM Plex Sans"/>
              </a:rPr>
              <a:t>Masked Aadhaar and PAN examples flow into structured extraction, while DL and RC details return Parivahan-backed verification responses.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14600"/>
            <a:ext cx="4526280" cy="3858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32461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80" b="1">
                <a:solidFill>
                  <a:srgbClr val="14213D"/>
                </a:solidFill>
                <a:latin typeface="IBM Plex Sans"/>
              </a:rPr>
              <a:t>Sample uploaded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4680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4983" y="328269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3332988"/>
            <a:ext cx="56692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KYC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291840"/>
            <a:ext cx="923544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40" b="1">
                <a:solidFill>
                  <a:srgbClr val="14213D"/>
                </a:solidFill>
                <a:latin typeface="IBM Plex Sans"/>
              </a:rPr>
              <a:t>Aadhaar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602736"/>
            <a:ext cx="1673351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324463"/>
                </a:solidFill>
                <a:latin typeface="IBM Plex Sans"/>
              </a:rPr>
              <a:t>Masked identity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0448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89534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RAVI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7880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AADHAAR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6966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XXXX XXXX 4321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5312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DOB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44398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19XX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2744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71830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Bengaluru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154680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18104" y="328269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63824" y="3332988"/>
            <a:ext cx="56692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PAN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291840"/>
            <a:ext cx="923544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40" b="1">
                <a:solidFill>
                  <a:srgbClr val="14213D"/>
                </a:solidFill>
                <a:latin typeface="IBM Plex Sans"/>
              </a:rPr>
              <a:t>PAN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4" y="3602736"/>
            <a:ext cx="1673351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324463"/>
                </a:solidFill>
                <a:latin typeface="IBM Plex Sans"/>
              </a:rPr>
              <a:t>Tax ID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90448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389534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RAVI KUMAR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17880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912" y="416966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ABCDE1234F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45312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7912" y="444398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Name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727448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DOB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7912" y="4718304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19XX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413248"/>
            <a:ext cx="4069080" cy="56692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2415" y="5559552"/>
            <a:ext cx="1371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1">
                <a:solidFill>
                  <a:srgbClr val="0B6D60"/>
                </a:solidFill>
                <a:latin typeface="IBM Plex Sans"/>
              </a:rPr>
              <a:t>Parivahan inputs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40864" y="5559552"/>
            <a:ext cx="233172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40" b="0">
                <a:solidFill>
                  <a:srgbClr val="324463"/>
                </a:solidFill>
                <a:latin typeface="IBM Plex Sans"/>
              </a:rPr>
              <a:t>DL: KA05 20XX 1234567 | RC: KA-05-AB-1234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2514600"/>
            <a:ext cx="2057400" cy="1874519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32704" y="2724912"/>
            <a:ext cx="1627632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20" b="1">
                <a:solidFill>
                  <a:srgbClr val="14213D"/>
                </a:solidFill>
                <a:latin typeface="IBM Plex Sans"/>
              </a:rPr>
              <a:t>Extracted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3090672"/>
            <a:ext cx="160020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driver_name: Ravi Kumar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aadhaar: XXXX-XXXX-4321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pan: ABCDE1234F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dl_no: KA05 20XX 1234567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rc_no: KA-05-AB-1234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248" y="2514600"/>
            <a:ext cx="20574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91272" y="2724912"/>
            <a:ext cx="15727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20" b="1">
                <a:solidFill>
                  <a:srgbClr val="14213D"/>
                </a:solidFill>
                <a:latin typeface="IBM Plex Sans"/>
              </a:rPr>
              <a:t>Fracto 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3090672"/>
            <a:ext cx="1572768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aadhaar_masked: true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pan_name_match: true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field_confidence: high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review_status: ready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route_to: {{downstream_system}}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40680" y="466344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05272" y="4800600"/>
            <a:ext cx="172821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Parivahan DL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5074920"/>
            <a:ext cx="1728216" cy="9235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status: active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holder_match: true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vehicle_class: LMV/TR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valid_till: 2028-12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99248" y="466344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40" y="4800600"/>
            <a:ext cx="172821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Parivahan RC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074920"/>
            <a:ext cx="1728216" cy="9235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status: verified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owner_match: true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fitness: active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insurance: valid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Workflow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5636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END-TO-END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68096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50" b="1">
                <a:solidFill>
                  <a:srgbClr val="14213D"/>
                </a:solidFill>
                <a:latin typeface="Space Grotesk"/>
              </a:rPr>
              <a:t>Fracto can sit inside the {{lead_company_name}} driver onboarding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Drivers upload Aadhaar, PAN, DL, RC, and required KYC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Parse and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Fracto classifies files, extracts fields, and masks Aadhaar before downstream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14416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DL and RC checks run through Parivahan-backed validation and business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10144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Clean records move to {{downstream_system}} while exceptions route to {{review_team}}.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72000"/>
            <a:ext cx="4663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773168"/>
            <a:ext cx="402336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High-value insertion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138928"/>
            <a:ext cx="406908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Driver onboarding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Vehicle onboarding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Compliance refreshes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Partner onboarding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Central review queues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572000"/>
            <a:ext cx="4160520" cy="162763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9592" y="4773168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Decision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5138928"/>
            <a:ext cx="347472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Aadhaar masked before sharing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PAN name match or mismatch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DL and RC Parivahan responses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Field confidence and exception flags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Operator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7007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BUSINESS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81812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80" b="1">
                <a:solidFill>
                  <a:srgbClr val="14213D"/>
                </a:solidFill>
                <a:latin typeface="Space Grotesk"/>
              </a:rPr>
              <a:t>The value case for {{prospect_role}} at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01368"/>
            <a:ext cx="7635240" cy="1124712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19" b="0" dirty="0">
                <a:solidFill>
                  <a:srgbClr val="324463"/>
                </a:solidFill>
                <a:latin typeface="IBM Plex Sans"/>
              </a:rPr>
              <a:t>Help improve {{outcome_1}}, {{outcome_2}}, and {{outcome_3}} across {{</a:t>
            </a:r>
            <a:r>
              <a:rPr sz="1019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19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Faster driver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324463"/>
                </a:solidFill>
                <a:latin typeface="IBM Plex Sans"/>
              </a:rPr>
              <a:t>Clean records move from upload to approval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0207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Lower manual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324463"/>
                </a:solidFill>
                <a:latin typeface="IBM Plex Sans"/>
              </a:rPr>
              <a:t>Reviewers focus only on low-confidence or mismatched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7455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Stronger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5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324463"/>
                </a:solidFill>
                <a:latin typeface="IBM Plex Sans"/>
              </a:rPr>
              <a:t>Aadhaar masking, Parivahan checks, and audit-ready payloads in one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39319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Common workflow bottlenecks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29200"/>
            <a:ext cx="37947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Aadhaar masking is handled manually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PAN, DL, and RC fields are retyped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Parivahan checks happen in separate tabs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Review queues grow during onboarding spikes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4480560"/>
            <a:ext cx="429768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42432" y="4681728"/>
            <a:ext cx="37033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What Fracto enables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5029200"/>
            <a:ext cx="35661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Structured KYC and vehicle outputs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Source-system validation signals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Reviewer queues only for exceptions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Faster activation with cleaner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Book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96926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4937760" cy="1417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>
                <a:solidFill>
                  <a:srgbClr val="14213D"/>
                </a:solidFill>
                <a:latin typeface="Space Grotesk"/>
              </a:rPr>
              <a:t>{{prospect_name}}, want to review this on a few {{lead_company_name}} onboarding files?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63725"/>
            <a:ext cx="4709160" cy="955547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60" b="0" dirty="0">
                <a:solidFill>
                  <a:srgbClr val="324463"/>
                </a:solidFill>
                <a:latin typeface="IBM Plex Sans"/>
              </a:rPr>
              <a:t>Book a demo to review Aadhaar masking, PAN extraction, DL/RC extraction, Parivahan checks, and exception routing on sample onboarding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75887"/>
            <a:ext cx="47548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77056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IBM Plex Sans"/>
              </a:rPr>
              <a:t>Suggested demo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51960"/>
            <a:ext cx="4069080" cy="6949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Input bundle: {{sample_document_types}}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Flow: {{demo_flow}}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Success metric: {{success_metric}}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9496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541264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Demo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925312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 dirty="0">
                <a:solidFill>
                  <a:srgbClr val="FFFFFF"/>
                </a:solidFill>
                <a:latin typeface="IBM Plex Sans"/>
              </a:rPr>
              <a:t>Review real onboarding files. Then scope the right integration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170432"/>
            <a:ext cx="3931920" cy="50749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153619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600200"/>
            <a:ext cx="128930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TALK TO FRACTO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57400"/>
            <a:ext cx="3246120" cy="59436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pace Grotesk"/>
              </a:rPr>
              <a:t>Book a demo and review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944368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1364" y="3113532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 dirty="0">
                <a:solidFill>
                  <a:srgbClr val="FFFFFF"/>
                </a:solidFill>
                <a:latin typeface="IBM Plex San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6892" y="3095244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sales@fracto.tech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57600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1364" y="3826764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6892" y="3808475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+91 84483 33277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370832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1364" y="453999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6892" y="4521708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fracto.tech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413248"/>
            <a:ext cx="329184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IBM Plex Sans"/>
              </a:rPr>
              <a:t>Next step: review a small {{primary_workflow}} sample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1133</Words>
  <Application>Microsoft Macintosh PowerPoint</Application>
  <PresentationFormat>Custom</PresentationFormat>
  <Paragraphs>198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Fracto Mobility Driver Onboarding Dynamic Sales Deck</dc:title>
  <dc:subject>Personalized client-facing sales deck with editable variables</dc:subject>
  <dc:creator>Fracto</dc:creator>
  <cp:keywords/>
  <dc:description>generated using python-pptx</dc:description>
  <cp:lastModifiedBy>Ankur Gupta</cp:lastModifiedBy>
  <cp:revision>6</cp:revision>
  <dcterms:created xsi:type="dcterms:W3CDTF">2013-01-27T09:14:16Z</dcterms:created>
  <dcterms:modified xsi:type="dcterms:W3CDTF">2026-05-11T16:51:37Z</dcterms:modified>
  <cp:category/>
</cp:coreProperties>
</file>